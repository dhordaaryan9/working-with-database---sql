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32499300" cy="18288000"/>
  <p:notesSz cx="6858000" cy="9144000"/>
  <p:embeddedFontLs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Canva Sans Bold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7" d="100"/>
          <a:sy n="27" d="100"/>
        </p:scale>
        <p:origin x="-404" y="-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511997" cy="18288000"/>
            <a:chOff x="0" y="0"/>
            <a:chExt cx="43349329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292" cy="24384000"/>
            </a:xfrm>
            <a:custGeom>
              <a:avLst/>
              <a:gdLst/>
              <a:ahLst/>
              <a:cxnLst/>
              <a:rect l="l" t="t" r="r" b="b"/>
              <a:pathLst>
                <a:path w="43349292" h="24384000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50994" y="7513359"/>
            <a:ext cx="16206837" cy="2911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680"/>
              </a:lnSpc>
            </a:pPr>
            <a:r>
              <a:rPr lang="en-US" sz="16200" b="1" dirty="0">
                <a:solidFill>
                  <a:srgbClr val="BEE7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</a:t>
            </a:r>
            <a:r>
              <a:rPr lang="en-US" sz="16200" b="1" dirty="0" smtClean="0">
                <a:solidFill>
                  <a:srgbClr val="BEE7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</a:t>
            </a:r>
            <a:endParaRPr lang="en-US" sz="16200" b="1" dirty="0">
              <a:solidFill>
                <a:srgbClr val="BEE776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1091813" y="10271760"/>
            <a:ext cx="10325200" cy="920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 b="1">
                <a:solidFill>
                  <a:srgbClr val="F0F3F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- Aryan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</Words>
  <Application>Microsoft Office PowerPoint</Application>
  <PresentationFormat>Custom</PresentationFormat>
  <Paragraphs>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Architecture &amp; Design.pdf</dc:title>
  <cp:lastModifiedBy>HP</cp:lastModifiedBy>
  <cp:revision>2</cp:revision>
  <dcterms:created xsi:type="dcterms:W3CDTF">2006-08-16T00:00:00Z</dcterms:created>
  <dcterms:modified xsi:type="dcterms:W3CDTF">2026-05-09T09:35:14Z</dcterms:modified>
  <dc:identifier>DAHJKb1VTZ0</dc:identifier>
</cp:coreProperties>
</file>